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41b1e533a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41b1e533a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1b1e533ae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1b1e533ae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1b1e533ae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1b1e533ae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Assignment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Neural network segmentation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Bc. </a:t>
            </a:r>
            <a:r>
              <a:rPr lang="sk"/>
              <a:t>Ákos Kappel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Segmentácia SUIM Datasetu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podmorské snímky (1635 obrázkov)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8 tried (ryby, potápači, rastliny,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nevyvážené triedy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train (85%), validation</a:t>
            </a:r>
            <a:r>
              <a:rPr lang="sk"/>
              <a:t> (10%)</a:t>
            </a:r>
            <a:r>
              <a:rPr lang="sk"/>
              <a:t>, test</a:t>
            </a:r>
            <a:r>
              <a:rPr lang="sk"/>
              <a:t> (5%)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preprocessing (resize, one-hot)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augmentácia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9755" t="0"/>
          <a:stretch/>
        </p:blipFill>
        <p:spPr>
          <a:xfrm>
            <a:off x="425350" y="3419575"/>
            <a:ext cx="8293301" cy="1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0900" y="800988"/>
            <a:ext cx="4215749" cy="206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3026" y="535538"/>
            <a:ext cx="3485625" cy="2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Trénovanie modelov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83925"/>
            <a:ext cx="8520600" cy="3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U-Net, Unet++, U-Net 3+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Focal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Accuracy, Dice score, Jaccard index (IoU)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Hyperparameter tuning</a:t>
            </a:r>
            <a:r>
              <a:rPr lang="sk"/>
              <a:t> - </a:t>
            </a:r>
            <a:r>
              <a:rPr lang="sk"/>
              <a:t>WandB grid search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050" y="2571750"/>
            <a:ext cx="6259911" cy="2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571750"/>
            <a:ext cx="4596152" cy="24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2346" y="191775"/>
            <a:ext cx="4630781" cy="15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1875" y="1720800"/>
            <a:ext cx="2331250" cy="15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1875" y="3213525"/>
            <a:ext cx="2331251" cy="1559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Výsledky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Evaluácia modelov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k"/>
              <a:t>Vizualizácia výsledkov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00" y="2432925"/>
            <a:ext cx="8045400" cy="18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3749" y="445025"/>
            <a:ext cx="7126401" cy="415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3747" y="445025"/>
            <a:ext cx="7240224" cy="422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3768" y="445025"/>
            <a:ext cx="7240233" cy="42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